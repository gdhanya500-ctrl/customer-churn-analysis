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Telco 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ML, explainability, SQL insights, and retention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problem: high customer churn impacts recurring revenue.</a:t>
            </a:r>
          </a:p>
          <a:p>
            <a:r>
              <a:t>Objective: predict churn, identify drivers, and design segment-specific interventions.</a:t>
            </a:r>
          </a:p>
          <a:p>
            <a:r>
              <a:t>Dataset: IBM Telco Customer Churn (7,043 records).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Cleaned missing values and converted TotalCharges to numeric.</a:t>
            </a:r>
          </a:p>
          <a:p>
            <a:r>
              <a:t>Encoded categorical features using one-hot encoding.</a:t>
            </a:r>
          </a:p>
          <a:p>
            <a:r>
              <a:t>Dropped customerID from training features.</a:t>
            </a:r>
          </a:p>
          <a:p>
            <a:r>
              <a:t>Created train/test split with class stratification.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 is highest in Month-to-month contracts.</a:t>
            </a:r>
          </a:p>
          <a:p>
            <a:r>
              <a:t>Lower tenure and higher monthly charges correlate with churn.</a:t>
            </a:r>
          </a:p>
          <a:p>
            <a:r>
              <a:t>Month-to-month: churn rate 42.71%</a:t>
            </a:r>
          </a:p>
          <a:p>
            <a:r>
              <a:t>One year: churn rate 11.27%</a:t>
            </a:r>
          </a:p>
          <a:p>
            <a:r>
              <a:t>Two year: churn rate 2.83%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0.775</a:t>
            </a:r>
          </a:p>
          <a:p>
            <a:r>
              <a:t>Precision: 0.564</a:t>
            </a:r>
          </a:p>
          <a:p>
            <a:r>
              <a:t>Recall: 0.671</a:t>
            </a:r>
          </a:p>
          <a:p>
            <a:r>
              <a:t>F1-score: 0.613</a:t>
            </a:r>
          </a:p>
          <a:p>
            <a:r>
              <a:t>ROC-AUC: 0.835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&amp; Churn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SHAP (primary) and ELI5 (secondary) for model interpretability.</a:t>
            </a:r>
          </a:p>
          <a:p>
            <a:r>
              <a:t>Top drivers: tenure, contract type, monthly charges, total charges.</a:t>
            </a:r>
          </a:p>
          <a:p>
            <a:r>
              <a:t>Insight: short-tenure, flexible-contract users show elevated churn propensity.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Refined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Risk: high predicted churn or short-tenure month-to-month.</a:t>
            </a:r>
          </a:p>
          <a:p>
            <a:r>
              <a:t>Loyal: low predicted churn, long tenure, committed contracts.</a:t>
            </a:r>
          </a:p>
          <a:p>
            <a:r>
              <a:t>Dormant: remaining users with moderate engagement signals.</a:t>
            </a:r>
          </a:p>
          <a:p>
            <a:r>
              <a:t>At Risk: 2803 customers, avg churn prob 0.64</a:t>
            </a:r>
          </a:p>
          <a:p>
            <a:r>
              <a:t>Dormant: 1749 customers, avg churn prob 0.24</a:t>
            </a:r>
          </a:p>
          <a:p>
            <a:r>
              <a:t>Loyal: 2491 customers, avg churn prob 0.06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Risk: proactive save offers, support outreach, and personalized bundles.</a:t>
            </a:r>
          </a:p>
          <a:p>
            <a:r>
              <a:t>Loyal: loyalty rewards, upsell add-ons, and referral incentives.</a:t>
            </a:r>
          </a:p>
          <a:p>
            <a:r>
              <a:t>Dormant: re-activation journeys and plan right-sizing nudges.</a:t>
            </a:r>
          </a:p>
          <a:p>
            <a:r>
              <a:t>Track KPIs: churn reduction, save-rate, ARPU uplift, segment migration.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Prioritize month-to-month, short-tenure, high-charge customers first.</a:t>
            </a:r>
          </a:p>
          <a:p>
            <a:r>
              <a:t>Operationalize weekly churn scoring integrated with CRM campaigns.</a:t>
            </a:r>
          </a:p>
          <a:p>
            <a:r>
              <a:t>Use explainability outputs to justify interventions to business stakeholders.</a:t>
            </a:r>
          </a:p>
          <a:p>
            <a:r>
              <a:t>Scale by A/B testing offers and continuously monitoring cohort-level lift.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